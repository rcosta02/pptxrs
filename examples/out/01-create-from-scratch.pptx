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b="1">
          <a:solidFill>
            <a:schemeClr val="tx1"/>
          </a:solidFill>
        </a:defRPr>
      </a:lvl1pPr>
    </p:titleStyle>
    <p:bodyStyle>
      <a:lvl1pPr>
        <a:defRPr sz="2800">
          <a:solidFill>
            <a:schemeClr val="tx1"/>
          </a:solidFill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0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0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0" Type="http://schemas.openxmlformats.org/officeDocument/2006/relationships/slideLayout" Target="../slideLayouts/slideLayout1.xml"/>
  
</Relationships>
</file>

<file path=ppt/slides/_rels/slide4.xml.rels><?xml version="1.0" encoding="UTF-8" standalone="yes"?>
<Relationships xmlns="http://schemas.openxmlformats.org/package/2006/relationships">
  <Relationship Id="rId0" Type="http://schemas.openxmlformats.org/officeDocument/2006/relationships/slideLayout" Target="../slideLayouts/slideLayout1.xml"/>
  
</Relationships>
</file>

<file path=ppt/slides/_rels/slide5.xml.rels><?xml version="1.0" encoding="UTF-8" standalone="yes"?>
<Relationships xmlns="http://schemas.openxmlformats.org/package/2006/relationships">
  <Relationship Id="rId0" Type="http://schemas.openxmlformats.org/officeDocument/2006/relationships/slideLayout" Target="../slideLayouts/slideLayout1.xml"/>
  <Relationship Id="rId1" Type="http://schemas.openxmlformats.org/officeDocument/2006/relationships/chart" Target="../charts/chart1.xml"/><Relationship Id="rId2" Type="http://schemas.openxmlformats.org/officeDocument/2006/relationships/chart" Target="../charts/chart2.xml"/>
</Relationships>
</file>

<file path=ppt/slides/_rels/slide6.xml.rels><?xml version="1.0" encoding="UTF-8" standalone="yes"?>
<Relationships xmlns="http://schemas.openxmlformats.org/package/2006/relationships">
  <Relationship Id="rId0" Type="http://schemas.openxmlformats.org/officeDocument/2006/relationships/slideLayout" Target="../slideLayouts/slideLayout1.xml"/>
  <Relationship Id="rId1" Type="http://schemas.openxmlformats.org/officeDocument/2006/relationships/chart" Target="../charts/chart1.xml"/><Relationship Id="rId2" Type="http://schemas.openxmlformats.org/officeDocument/2006/relationships/chart" Target="../charts/chart2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extBox 2"/>
          <p:cNvSpPr txBox="1">
            <a:spLocks noGrp="1"/>
          </p:cNvSpPr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6000" b="1" i="0" dirty="0">
                <a:solidFill>
                  <a:srgbClr val="FFFFFF"/>
                </a:solidFill>
              </a:rPr>
              <a:t>pptrs</a:t>
            </a:r>
          </a:p>
        </p:txBody>
      </p:sp>
      <p:sp>
        <p:nvSpPr>
          <p:cNvPr id="3" name="TextBox 3"/>
          <p:cNvSpPr txBox="1">
            <a:spLocks noGrp="1"/>
          </p:cNvSpPr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2000" b="0" i="0" dirty="0">
                <a:solidFill>
                  <a:srgbClr val="C0D0F0"/>
                </a:solidFill>
              </a:rPr>
              <a:t>Create · Read · Modify · Export .pptx files</a:t>
            </a:r>
          </a:p>
        </p:txBody>
      </p:sp>
      <p:sp>
        <p:nvSpPr>
          <p:cNvPr id="4" name="TextBox 4"/>
          <p:cNvSpPr txBox="1">
            <a:spLocks noGrp="1"/>
          </p:cNvSpPr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1300" b="0" i="1" dirty="0">
                <a:solidFill>
                  <a:srgbClr val="8090B0"/>
                </a:solidFill>
              </a:rPr>
              <a:t>Powered by Rust + WebAssembly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extBox 2"/>
          <p:cNvSpPr txBox="1">
            <a:spLocks noGrp="1"/>
          </p:cNvSpPr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2800" b="1" i="0" dirty="0">
                <a:solidFill>
                  <a:srgbClr val="002060"/>
                </a:solidFill>
              </a:rPr>
              <a:t>Text Styles</a:t>
            </a:r>
          </a:p>
        </p:txBody>
      </p:sp>
      <p:sp>
        <p:nvSpPr>
          <p:cNvPr id="3" name="TextBox 3"/>
          <p:cNvSpPr txBox="1">
            <a:spLocks noGrp="1"/>
          </p:cNvSpPr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1" i="1" dirty="0">
                <a:solidFill>
                  <a:srgbClr val="333333"/>
                </a:solidFill>
              </a:rPr>
              <a:t>Bold  Italic  Underline  Strike  Highlight</a:t>
            </a:r>
          </a:p>
        </p:txBody>
      </p:sp>
      <p:sp>
        <p:nvSpPr>
          <p:cNvPr id="4" name="TextBox 4"/>
          <p:cNvSpPr txBox="1">
            <a:spLocks noGrp="1"/>
          </p:cNvSpPr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i="0" dirty="0">
                <a:solidFill>
                  <a:srgbClr val="000000"/>
                </a:solidFill>
              </a:rPr>
              <a:t>Normal, </a:t>
            </a:r>
            <a:r>
              <a:rPr lang="en-US" sz="1800" b="1" i="0" dirty="0">
                <a:solidFill>
                  <a:srgbClr val="C00000"/>
                </a:solidFill>
              </a:rPr>
              <a:t>bold red, </a:t>
            </a:r>
            <a:r>
              <a:rPr lang="en-US" sz="1800" b="0" i="1" dirty="0">
                <a:solidFill>
                  <a:srgbClr val="0070C0"/>
                </a:solidFill>
              </a:rPr>
              <a:t>italic blue, </a:t>
            </a:r>
            <a:r>
              <a:rPr lang="en-US" sz="2800" b="0" i="0" dirty="0">
                <a:solidFill>
                  <a:srgbClr val="ED7D31"/>
                </a:solidFill>
              </a:rPr>
              <a:t>big orange</a:t>
            </a:r>
            <a:r>
              <a:rPr lang="en-US" sz="1200" b="0" i="0" dirty="0">
                <a:solidFill>
                  <a:srgbClr val="000000"/>
                </a:solidFill>
              </a:rPr>
              <a:t> and superscript</a:t>
            </a:r>
            <a:r>
              <a:rPr lang="en-US" sz="1000" b="0" i="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" name="TextBox 5"/>
          <p:cNvSpPr txBox="1">
            <a:spLocks noGrp="1"/>
          </p:cNvSpPr>
          <p:nvPr/>
        </p:nvSpPr>
        <p:spPr>
          <a:xfrm>
            <a:off x="457200" y="2560320"/>
            <a:ext cx="45720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600" b="0" i="0" dirty="0">
                <a:solidFill>
                  <a:srgbClr val="0563C1"/>
                </a:solidFill>
              </a:rPr>
              <a:t>Click here → pptrs on GitHub</a:t>
            </a:r>
          </a:p>
        </p:txBody>
      </p:sp>
      <p:sp>
        <p:nvSpPr>
          <p:cNvPr id="6" name="TextBox 6"/>
          <p:cNvSpPr txBox="1">
            <a:spLocks noGrp="1"/>
          </p:cNvSpPr>
          <p:nvPr/>
        </p:nvSpPr>
        <p:spPr>
          <a:xfrm>
            <a:off x="457200" y="3108960"/>
            <a:ext cx="4114800" cy="18288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500" b="0" i="0" dirty="0">
                <a:solidFill>
                  <a:srgbClr val="000000"/>
                </a:solidFill>
              </a:rPr>
              <a:t>First bullet point</a:t>
            </a:r>
            <a:r>
              <a:rPr lang="en-US" sz="1500" b="0" i="0" dirty="0">
                <a:solidFill>
                  <a:srgbClr val="000000"/>
                </a:solidFill>
              </a:rPr>
              <a:t>Second bullet point</a:t>
            </a:r>
            <a:r>
              <a:rPr lang="en-US" sz="1500" b="0" i="0" dirty="0">
                <a:solidFill>
                  <a:srgbClr val="000000"/>
                </a:solidFill>
              </a:rPr>
              <a:t>Numbered item one</a:t>
            </a:r>
            <a:r>
              <a:rPr lang="en-US" sz="1500" b="0" i="0" dirty="0">
                <a:solidFill>
                  <a:srgbClr val="000000"/>
                </a:solidFill>
              </a:rPr>
              <a:t>Numbered item two</a:t>
            </a:r>
            <a:r>
              <a:rPr lang="en-US" sz="1500" b="0" i="0" dirty="0">
                <a:solidFill>
                  <a:srgbClr val="000000"/>
                </a:solidFill>
              </a:rPr>
              <a:t>Custom checkmark</a:t>
            </a:r>
          </a:p>
        </p:txBody>
      </p:sp>
      <p:sp>
        <p:nvSpPr>
          <p:cNvPr id="7" name="TextBox 7"/>
          <p:cNvSpPr txBox="1">
            <a:spLocks noGrp="1"/>
          </p:cNvSpPr>
          <p:nvPr/>
        </p:nvSpPr>
        <p:spPr>
          <a:xfrm>
            <a:off x="4572000" y="3108960"/>
            <a:ext cx="4114800" cy="10972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2200" b="1" i="0" dirty="0">
                <a:solidFill>
                  <a:srgbClr val="4472C4"/>
                </a:solidFill>
              </a:rPr>
              <a:t>Shadow &amp; Glow Effects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extBox 2"/>
          <p:cNvSpPr txBox="1">
            <a:spLocks noGrp="1"/>
          </p:cNvSpPr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2800" b="1" i="0" dirty="0">
                <a:solidFill>
                  <a:srgbClr val="002060"/>
                </a:solidFill>
              </a:rPr>
              <a:t>Shapes</a:t>
            </a:r>
          </a:p>
        </p:txBody>
      </p:sp>
      <p:sp>
        <p:nvSpPr>
          <p:cNvPr id="3" name="Shape 3"/>
          <p:cNvSpPr/>
          <p:nvPr/>
        </p:nvSpPr>
        <p:spPr>
          <a:xfrm>
            <a:off x="274320" y="822960"/>
            <a:ext cx="1463040" cy="1280160"/>
          </a:xfrm>
          <a:prstGeom prst="rect">
            <a:avLst/>
          </a:prstGeom>
          <a:solidFill>
            <a:srgbClr val="4472C4"/>
          </a:solidFill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1920240" y="822960"/>
            <a:ext cx="1463040" cy="1280160"/>
          </a:xfrm>
          <a:prstGeom prst="roundRect">
            <a:avLst/>
          </a:prstGeom>
          <a:solidFill>
            <a:srgbClr val="ED7D31"/>
          </a:solidFill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3566160" y="822960"/>
            <a:ext cx="1463040" cy="1280160"/>
          </a:xfrm>
          <a:prstGeom prst="ellipse">
            <a:avLst/>
          </a:prstGeom>
          <a:solidFill>
            <a:srgbClr val="A9D18E"/>
          </a:solidFill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5212080" y="822960"/>
            <a:ext cx="1463040" cy="1280160"/>
          </a:xfrm>
          <a:prstGeom prst="triangle">
            <a:avLst/>
          </a:prstGeom>
          <a:solidFill>
            <a:srgbClr val="FFC000"/>
          </a:solidFill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858000" y="822960"/>
            <a:ext cx="1463040" cy="1280160"/>
          </a:xfrm>
          <a:prstGeom prst="diamond">
            <a:avLst/>
          </a:prstGeom>
          <a:solidFill>
            <a:srgbClr val="FF0000"/>
          </a:solidFill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274320" y="2377440"/>
            <a:ext cx="1828800" cy="9144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2E75B6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2377439" y="2377440"/>
            <a:ext cx="1828800" cy="914400"/>
          </a:xfrm>
          <a:prstGeom prst="leftArrow">
            <a:avLst/>
          </a:prstGeom>
          <a:solidFill>
            <a:srgbClr val="5B9BD5"/>
          </a:solidFill>
          <a:ln w="12700">
            <a:solidFill>
              <a:srgbClr val="2E75B6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4480559" y="2377440"/>
            <a:ext cx="1828800" cy="914400"/>
          </a:xfrm>
          <a:prstGeom prst="upArrow">
            <a:avLst/>
          </a:prstGeom>
          <a:solidFill>
            <a:srgbClr val="5B9BD5"/>
          </a:solidFill>
          <a:ln w="12700">
            <a:solidFill>
              <a:srgbClr val="2E75B6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6583679" y="2377440"/>
            <a:ext cx="1828800" cy="914400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2E75B6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457200" y="3657600"/>
            <a:ext cx="3657600" cy="1280160"/>
          </a:xfrm>
          <a:prstGeom prst="roundRect">
            <a:avLst/>
          </a:prstGeom>
          <a:solidFill>
            <a:srgbClr val="002060"/>
          </a:solidFill>
          <a:ln w="25400">
            <a:solidFill>
              <a:srgbClr val="001040"/>
            </a:solidFill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572000" y="3657600"/>
            <a:ext cx="3657600" cy="1280160"/>
          </a:xfrm>
          <a:prstGeom prst="ellipse">
            <a:avLst/>
          </a:prstGeom>
          <a:solidFill>
            <a:srgbClr val="ED7D31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extBox 2"/>
          <p:cNvSpPr txBox="1">
            <a:spLocks noGrp="1"/>
          </p:cNvSpPr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2800" b="1" i="0" dirty="0">
                <a:solidFill>
                  <a:srgbClr val="002060"/>
                </a:solidFill>
              </a:rPr>
              <a:t>Tables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457200" y="777240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37160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t>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Alice Zhang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Exceeds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Bob Marley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Meets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Carol 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Exceeds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David Kim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Below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Eva Rossi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Meets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extBox 2"/>
          <p:cNvSpPr txBox="1">
            <a:spLocks noGrp="1"/>
          </p:cNvSpPr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</a:rPr>
              <a:t>Charts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182880" y="640080"/>
          <a:ext cx="4206240" cy="429768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4"/>
          <p:cNvGraphicFramePr/>
          <p:nvPr/>
        </p:nvGraphicFramePr>
        <p:xfrm>
          <a:off x="4663440" y="640080"/>
          <a:ext cx="42062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extBox 2"/>
          <p:cNvSpPr txBox="1">
            <a:spLocks noGrp="1"/>
          </p:cNvSpPr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</a:rPr>
              <a:t>Line &amp; Scatter Charts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182880" y="640080"/>
          <a:ext cx="4206240" cy="429768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4"/>
          <p:cNvGraphicFramePr/>
          <p:nvPr/>
        </p:nvGraphicFramePr>
        <p:xfrm>
          <a:off x="4663440" y="640080"/>
          <a:ext cx="42062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